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Launch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Weekday routines</a:t>
            </a:r>
          </a:p>
          <a:p>
            <a:pPr lvl="1"/>
            <a:r>
              <a:t>Monday to Friday by default</a:t>
            </a:r>
          </a:p>
          <a:p>
            <a:r>
              <a:t>Word and PowerPoint previews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Source: the usage export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